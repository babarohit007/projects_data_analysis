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42AB-2A24-1013-E67E-339CBA345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73E0F-9E94-8D7F-6E6C-3ED1CC75D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C0568-12B9-2AE6-7D67-82EDC164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D7682-988A-AD79-FBF0-39ABCF80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64DF-034E-42F6-89DA-3D8B578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83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F6E8-87F0-494B-9F1F-6633EA6A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591C-42F1-730C-EDF6-3FCD73423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95EB5-3A49-0451-8B17-AC026C12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CF145-78A1-3476-687C-3BD66439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8ADC1-5372-5329-A201-BD9BEEC9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7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DFC9-FEE1-B15B-8993-A0363825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7DA54-BCEF-7D71-8FF8-7EEE7F99A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1681-24C7-2E56-09B7-7F9C3601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FE12-AF82-7D57-5F51-7031344C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90C32-38CA-BBC3-78C6-42B4B82D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37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2E5A-1CF5-E019-E052-FCAA5D86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48381-DACE-7344-A7E3-89438FE1F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55A7C-A7F6-D112-3442-F7153E44B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F8508-D26C-6822-AF6F-3C61768E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EFAFE-AB48-69AE-BB2F-0A439E61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8F5D3-96C6-96F1-1548-729CF9EF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48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D6A3-1436-EB76-0AA2-21A4BFEA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D70F7-1348-5CB1-1EAD-29A0E1BEA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EFBF2-7972-EB4D-8CE6-ACBE7B106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DD9DBD-954A-B0AB-31E1-004E464F2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1D9F7-613C-B17E-11C4-654FF87B6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AC5910-8967-A22D-8EA6-2587D3BD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BFBE9-52EB-A385-C457-A3D56DBC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AEE0D-CA3A-0B2D-ECAE-A8D5D6BF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0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B90F-97E2-2879-8FC8-B6687ACD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15040-32F4-D2B8-B07E-5249758C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59B6B-B08E-EC1C-1730-3DAC37E2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D47C3-4100-469D-F2ED-167375A7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6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940D5-935A-AA91-CF89-08BAD58B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BB630-8F09-7232-7FF6-C0485EBF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7928A-9F98-A60B-1327-6EF8C25D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6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BC379-B274-6CA4-ED77-369E497A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11236-D4B0-DAE7-5C57-BBC3F3254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66415-2FFD-BB74-01C2-9269E2C1B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EC1C9-54E1-63B6-6E2A-C7C0E06C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C0493-9481-ECB6-DC57-FF6038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9F81E-75B3-5FD0-4034-8959BA31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87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6027-25F2-5371-F4FD-F3AE78BA1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DCE5C-0AF5-4857-189A-92CC3F56B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33735-45F9-79B5-5E3C-1B098006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CC93F-25FE-5ECF-C4A2-A5A6D361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07A2E-417B-ABBA-9619-FD40C839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75555-6D2F-CFA5-0A94-244C7520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D993-DA30-199F-CF49-0B810D9D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1F9DF-D545-996A-021B-8DEA5F60E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7EE23-05AA-F5AB-45DD-3F08B52D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CBC36-DBC2-6096-E001-23C547D9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763F-6182-8067-6AD1-48948F5C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8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EE91E-EB68-2C39-FD2E-4433B047F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593F-CD10-9341-F13C-3A5B9158C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4BEFE-7A21-03B6-FF85-C53EA610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92EBA-A694-B709-82EA-AAECEEA7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EEA4-0AAF-6B5E-BE4B-C6DB9025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62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96D42-CFED-D433-28F2-89132548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6AB56-1F5D-2DB5-0EE0-44F965B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3E357-567B-8B2E-AB3B-C1D85013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150D1-D043-4C42-8EEA-680E6061CDAD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657EB-BA5E-89BE-0862-A85050FB9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C844-1290-4828-9D26-B331EAA8B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1F412-CDB5-4C8B-B063-EE59D5081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53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9B1B6-7D9E-9432-EF33-4E1BC9DEF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SuperStore</a:t>
            </a:r>
            <a:r>
              <a:rPr lang="en-IN" dirty="0"/>
              <a:t> Sales Forecast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7E589-0891-CD11-F321-324199F5D0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By: Rohit Gupta</a:t>
            </a:r>
          </a:p>
        </p:txBody>
      </p:sp>
    </p:spTree>
    <p:extLst>
      <p:ext uri="{BB962C8B-B14F-4D97-AF65-F5344CB8AC3E}">
        <p14:creationId xmlns:p14="http://schemas.microsoft.com/office/powerpoint/2010/main" val="178683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421D-8793-7C19-76E5-C9FAD1F3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21A9-D616-5D56-1E71-E68F8F276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contribute to the success of the business by utilizing data analytics technique, specifically focusing on time series analysis, to provide valuable insights and accurate sales forecast</a:t>
            </a:r>
          </a:p>
        </p:txBody>
      </p:sp>
    </p:spTree>
    <p:extLst>
      <p:ext uri="{BB962C8B-B14F-4D97-AF65-F5344CB8AC3E}">
        <p14:creationId xmlns:p14="http://schemas.microsoft.com/office/powerpoint/2010/main" val="50295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4009-1961-8530-C8FC-01A690AC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875F-1090-837B-5560-70ABF7922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📦 </a:t>
            </a:r>
            <a:r>
              <a:rPr lang="en-US" sz="2000" b="1" dirty="0"/>
              <a:t>Total Sales Quantity</a:t>
            </a:r>
            <a:r>
              <a:rPr lang="en-US" sz="2000" dirty="0"/>
              <a:t>: 22,000 units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💰 </a:t>
            </a:r>
            <a:r>
              <a:rPr lang="en-US" sz="2000" b="1" dirty="0"/>
              <a:t>Total Sales Value</a:t>
            </a:r>
            <a:r>
              <a:rPr lang="en-US" sz="2000" dirty="0"/>
              <a:t>: $1.57 million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📈 </a:t>
            </a:r>
            <a:r>
              <a:rPr lang="en-US" sz="2000" b="1" dirty="0"/>
              <a:t>Total Profit</a:t>
            </a:r>
            <a:r>
              <a:rPr lang="en-US" sz="2000" dirty="0"/>
              <a:t>: $175,260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🌍 </a:t>
            </a:r>
            <a:r>
              <a:rPr lang="en-US" sz="2000" b="1" dirty="0"/>
              <a:t>Regional Sales</a:t>
            </a:r>
            <a:r>
              <a:rPr lang="en-US" sz="2000" dirty="0"/>
              <a:t>: West region contributes approximately </a:t>
            </a:r>
            <a:r>
              <a:rPr lang="en-US" sz="2000" b="1" dirty="0"/>
              <a:t>33%</a:t>
            </a:r>
            <a:r>
              <a:rPr lang="en-US" sz="2000" dirty="0"/>
              <a:t> of total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👥 </a:t>
            </a:r>
            <a:r>
              <a:rPr lang="en-US" sz="2000" b="1" dirty="0"/>
              <a:t>Customer Segment</a:t>
            </a:r>
            <a:r>
              <a:rPr lang="en-US" sz="2000" dirty="0"/>
              <a:t>: </a:t>
            </a:r>
            <a:r>
              <a:rPr lang="en-US" sz="2000" b="1" dirty="0"/>
              <a:t>48%</a:t>
            </a:r>
            <a:r>
              <a:rPr lang="en-US" sz="2000" dirty="0"/>
              <a:t> of sales come from the </a:t>
            </a:r>
            <a:r>
              <a:rPr lang="en-US" sz="2000" b="1" dirty="0"/>
              <a:t>Consumer</a:t>
            </a:r>
            <a:r>
              <a:rPr lang="en-US" sz="2000" dirty="0"/>
              <a:t>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💳 </a:t>
            </a:r>
            <a:r>
              <a:rPr lang="en-US" sz="2000" b="1" dirty="0"/>
              <a:t>Payment Mode</a:t>
            </a:r>
            <a:r>
              <a:rPr lang="en-US" sz="2000" dirty="0"/>
              <a:t>: </a:t>
            </a:r>
            <a:r>
              <a:rPr lang="en-US" sz="2000" b="1" dirty="0"/>
              <a:t>43%</a:t>
            </a:r>
            <a:r>
              <a:rPr lang="en-US" sz="2000" dirty="0"/>
              <a:t> of sales are made via </a:t>
            </a:r>
            <a:r>
              <a:rPr lang="en-US" sz="2000" b="1" dirty="0"/>
              <a:t>Cash on Delivery (COD)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🗂️ </a:t>
            </a:r>
            <a:r>
              <a:rPr lang="en-US" sz="2000" b="1" dirty="0"/>
              <a:t>Top-Selling Category</a:t>
            </a:r>
            <a:r>
              <a:rPr lang="en-US" sz="2000" dirty="0"/>
              <a:t>: </a:t>
            </a:r>
            <a:r>
              <a:rPr lang="en-US" sz="2000" b="1" dirty="0"/>
              <a:t>Office Supplies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🚚 </a:t>
            </a:r>
            <a:r>
              <a:rPr lang="en-US" sz="2000" b="1" dirty="0"/>
              <a:t>Average Delivery Time</a:t>
            </a:r>
            <a:r>
              <a:rPr lang="en-US" sz="2000" dirty="0"/>
              <a:t>: Around </a:t>
            </a:r>
            <a:r>
              <a:rPr lang="en-US" sz="2000" b="1" dirty="0"/>
              <a:t>4 days</a:t>
            </a:r>
            <a:endParaRPr lang="en-US" sz="2000" dirty="0"/>
          </a:p>
          <a:p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6411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481F-4B08-CFB3-ECB8-A18D9A0A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3442-2F68-9300-8ED6-694BDD38D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Incorporated data analytics technique, specializing in time series analysis, to deliver valuable insights, accurate sales forecasting and interactive dashboard creation, driving business success.</a:t>
            </a:r>
          </a:p>
        </p:txBody>
      </p:sp>
    </p:spTree>
    <p:extLst>
      <p:ext uri="{BB962C8B-B14F-4D97-AF65-F5344CB8AC3E}">
        <p14:creationId xmlns:p14="http://schemas.microsoft.com/office/powerpoint/2010/main" val="1572890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SuperStore Sales Forecast</vt:lpstr>
      <vt:lpstr>OBJECTIVE</vt:lpstr>
      <vt:lpstr>Business Insights </vt:lpstr>
      <vt:lpstr>LEARNINGS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GUPTA</dc:creator>
  <cp:lastModifiedBy>ROHIT GUPTA</cp:lastModifiedBy>
  <cp:revision>2</cp:revision>
  <dcterms:created xsi:type="dcterms:W3CDTF">2025-05-15T17:13:45Z</dcterms:created>
  <dcterms:modified xsi:type="dcterms:W3CDTF">2025-05-15T18:08:24Z</dcterms:modified>
</cp:coreProperties>
</file>